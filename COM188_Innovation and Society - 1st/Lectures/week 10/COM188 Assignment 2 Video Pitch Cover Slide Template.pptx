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19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4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8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7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6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9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3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08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0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4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9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7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F4A28-A637-064C-8007-AE9C12EAEAAE}" type="datetimeFigureOut">
              <a:rPr lang="en-US" smtClean="0"/>
              <a:t>11/30/23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2A3C7-7DFC-894C-99DC-5FE797940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1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6C1EE6-98A1-535E-50A2-8607BE048F8D}"/>
              </a:ext>
            </a:extLst>
          </p:cNvPr>
          <p:cNvSpPr txBox="1"/>
          <p:nvPr/>
        </p:nvSpPr>
        <p:spPr>
          <a:xfrm>
            <a:off x="1186542" y="130629"/>
            <a:ext cx="671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COM188 Innovation in Society – Assignment 2 Video Pitch Cover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3710A-B6CE-09B3-19D6-B3E4DD36F9BC}"/>
              </a:ext>
            </a:extLst>
          </p:cNvPr>
          <p:cNvSpPr txBox="1"/>
          <p:nvPr/>
        </p:nvSpPr>
        <p:spPr>
          <a:xfrm>
            <a:off x="2699658" y="685802"/>
            <a:ext cx="3002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Group Number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6DA86-6B5B-92D5-24DB-FCB0F55BFAA2}"/>
              </a:ext>
            </a:extLst>
          </p:cNvPr>
          <p:cNvSpPr/>
          <p:nvPr/>
        </p:nvSpPr>
        <p:spPr>
          <a:xfrm>
            <a:off x="751115" y="1513115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43126-7FED-C2F9-D90F-E77DEC26B07A}"/>
              </a:ext>
            </a:extLst>
          </p:cNvPr>
          <p:cNvSpPr txBox="1"/>
          <p:nvPr/>
        </p:nvSpPr>
        <p:spPr>
          <a:xfrm>
            <a:off x="878114" y="3385457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3B9751-0512-FB84-70DE-F90AF08770FA}"/>
              </a:ext>
            </a:extLst>
          </p:cNvPr>
          <p:cNvSpPr txBox="1"/>
          <p:nvPr/>
        </p:nvSpPr>
        <p:spPr>
          <a:xfrm>
            <a:off x="777037" y="2079171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2D87DC-4E00-027C-7FE8-40019ED9B74B}"/>
              </a:ext>
            </a:extLst>
          </p:cNvPr>
          <p:cNvSpPr/>
          <p:nvPr/>
        </p:nvSpPr>
        <p:spPr>
          <a:xfrm>
            <a:off x="3494315" y="1524001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AC54C-7E4F-1203-455C-499604AF0EAF}"/>
              </a:ext>
            </a:extLst>
          </p:cNvPr>
          <p:cNvSpPr txBox="1"/>
          <p:nvPr/>
        </p:nvSpPr>
        <p:spPr>
          <a:xfrm>
            <a:off x="3621314" y="3396343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B7495-CF1E-5645-FD13-24ADB1D5FDFC}"/>
              </a:ext>
            </a:extLst>
          </p:cNvPr>
          <p:cNvSpPr txBox="1"/>
          <p:nvPr/>
        </p:nvSpPr>
        <p:spPr>
          <a:xfrm>
            <a:off x="3520237" y="2090057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75656-E062-21A3-B79B-0A0217B2F57D}"/>
              </a:ext>
            </a:extLst>
          </p:cNvPr>
          <p:cNvSpPr/>
          <p:nvPr/>
        </p:nvSpPr>
        <p:spPr>
          <a:xfrm>
            <a:off x="6193972" y="1534886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8116F2-27E7-3D9B-7ED6-F8F31785E67E}"/>
              </a:ext>
            </a:extLst>
          </p:cNvPr>
          <p:cNvSpPr txBox="1"/>
          <p:nvPr/>
        </p:nvSpPr>
        <p:spPr>
          <a:xfrm>
            <a:off x="6320971" y="3407228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CFEA25-2149-5289-A595-E15A74F8074C}"/>
              </a:ext>
            </a:extLst>
          </p:cNvPr>
          <p:cNvSpPr txBox="1"/>
          <p:nvPr/>
        </p:nvSpPr>
        <p:spPr>
          <a:xfrm>
            <a:off x="6219894" y="2100942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10F7F-A10B-016E-43ED-AAE248608500}"/>
              </a:ext>
            </a:extLst>
          </p:cNvPr>
          <p:cNvSpPr/>
          <p:nvPr/>
        </p:nvSpPr>
        <p:spPr>
          <a:xfrm>
            <a:off x="740229" y="4110727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818D47-2D41-F688-9FEF-5C3A6A306A15}"/>
              </a:ext>
            </a:extLst>
          </p:cNvPr>
          <p:cNvSpPr txBox="1"/>
          <p:nvPr/>
        </p:nvSpPr>
        <p:spPr>
          <a:xfrm>
            <a:off x="867228" y="5983069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AABB7-BE11-8DC3-FE58-38142F64351E}"/>
              </a:ext>
            </a:extLst>
          </p:cNvPr>
          <p:cNvSpPr txBox="1"/>
          <p:nvPr/>
        </p:nvSpPr>
        <p:spPr>
          <a:xfrm>
            <a:off x="766151" y="4676783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BD061-01AC-82EA-0D7B-493D7070899D}"/>
              </a:ext>
            </a:extLst>
          </p:cNvPr>
          <p:cNvSpPr/>
          <p:nvPr/>
        </p:nvSpPr>
        <p:spPr>
          <a:xfrm>
            <a:off x="3516086" y="4110727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62882-A29D-2415-EF8C-E4CE192B82DA}"/>
              </a:ext>
            </a:extLst>
          </p:cNvPr>
          <p:cNvSpPr txBox="1"/>
          <p:nvPr/>
        </p:nvSpPr>
        <p:spPr>
          <a:xfrm>
            <a:off x="3643085" y="5983069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8E5A3-C78F-35AA-86CF-19CEC7754420}"/>
              </a:ext>
            </a:extLst>
          </p:cNvPr>
          <p:cNvSpPr txBox="1"/>
          <p:nvPr/>
        </p:nvSpPr>
        <p:spPr>
          <a:xfrm>
            <a:off x="3542008" y="4676783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1E3077-AAB6-9660-891F-8CD56D9A1BCA}"/>
              </a:ext>
            </a:extLst>
          </p:cNvPr>
          <p:cNvSpPr/>
          <p:nvPr/>
        </p:nvSpPr>
        <p:spPr>
          <a:xfrm>
            <a:off x="6204857" y="4110727"/>
            <a:ext cx="1850571" cy="1817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BDEEDC-11A4-1B4B-D0FC-6168B1499E49}"/>
              </a:ext>
            </a:extLst>
          </p:cNvPr>
          <p:cNvSpPr txBox="1"/>
          <p:nvPr/>
        </p:nvSpPr>
        <p:spPr>
          <a:xfrm>
            <a:off x="6331856" y="5983069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Student Name</a:t>
            </a:r>
          </a:p>
          <a:p>
            <a:pPr algn="ctr"/>
            <a:r>
              <a:rPr lang="en-US" dirty="0"/>
              <a:t>B Number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1A3274-EDAA-90F1-8DC4-4A432F690E86}"/>
              </a:ext>
            </a:extLst>
          </p:cNvPr>
          <p:cNvSpPr txBox="1"/>
          <p:nvPr/>
        </p:nvSpPr>
        <p:spPr>
          <a:xfrm>
            <a:off x="6230779" y="4676783"/>
            <a:ext cx="1780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Headshot Selfie</a:t>
            </a:r>
          </a:p>
          <a:p>
            <a:pPr algn="ctr"/>
            <a:r>
              <a:rPr lang="en-US" dirty="0"/>
              <a:t>Photo of Student</a:t>
            </a:r>
          </a:p>
        </p:txBody>
      </p:sp>
    </p:spTree>
    <p:extLst>
      <p:ext uri="{BB962C8B-B14F-4D97-AF65-F5344CB8AC3E}">
        <p14:creationId xmlns:p14="http://schemas.microsoft.com/office/powerpoint/2010/main" val="348474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67</Words>
  <Application>Microsoft Macintosh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Wallace, Jonathan</dc:creator>
  <cp:lastModifiedBy>Wallace, Jonathan</cp:lastModifiedBy>
  <cp:revision>1</cp:revision>
  <dcterms:created xsi:type="dcterms:W3CDTF">2023-11-30T07:34:49Z</dcterms:created>
  <dcterms:modified xsi:type="dcterms:W3CDTF">2023-11-30T07:39:35Z</dcterms:modified>
</cp:coreProperties>
</file>